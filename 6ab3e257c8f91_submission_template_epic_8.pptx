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Inter ExtraBold"/>
      <p:bold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Inter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68a671d399535e4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68a671d399535e4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Cover Page 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2081075" y="2176325"/>
            <a:ext cx="4910700" cy="14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C498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TeamName_CampusName</a:t>
            </a:r>
            <a:endParaRPr sz="2400">
              <a:solidFill>
                <a:srgbClr val="1C498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2400">
                <a:solidFill>
                  <a:srgbClr val="1C4980"/>
                </a:solidFill>
                <a:latin typeface="Inter ExtraBold"/>
                <a:ea typeface="Inter ExtraBold"/>
                <a:cs typeface="Inter ExtraBold"/>
                <a:sym typeface="Inter ExtraBold"/>
              </a:rPr>
            </a:br>
            <a:r>
              <a:rPr lang="en" sz="1500">
                <a:solidFill>
                  <a:srgbClr val="1C498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Member 1 | Member 2 | Member 3</a:t>
            </a:r>
            <a:endParaRPr sz="15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